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r:id="rId4"/>
  </p:sldMasterIdLst>
  <p:sldIdLst>
    <p:sldId id="256" r:id="rId1"/>
    <p:sldId id="257" r:id="rId2"/>
    <p:sldId id="258" r:id="rId3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Master" Target="slideMasters/slideMaster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 standalone="yes"?>
<p:sldLayout xmlns:p="http://schemas.openxmlformats.org/presentationml/2006/main" xmlns:a="http://schemas.openxmlformats.org/drawingml/2006/main" xmlns:r="http://schemas.openxmlformats.org/officeDocument/2006/relationships" type="blank" preserve="1"><p:cSld name="Blank"><p:spTree><p:nvGrpSpPr><p:cNvPr id="1" name=""/><p:cNvGrpSpPr/><p:nvPr/></p:nvGrpSpPr><p:grpSpPr><a:xfrm><a:off x="0" y="0"/><a:ext cx="0" cy="0"/><a:chOff x="0" y="0"/><a:chExt cx="0" cy="0"/></a:xfrm></p:grpSpPr></p:spTree></p:cSld><p:txStyles><p:titleStyle><a:lvl1pPr><a:defRPr sz="4400"/></a:lvl1pPr></p:titleStyle><p:bodyStyle><a:lvl1pPr><a:defRPr sz="3200"/></a:lvl1pPr></p:bodyStyle><p:otherStyle><a:lvl1pPr><a:defRPr sz="1800"/></a:lvl1pPr></p:otherStyle>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sldLayoutIdLst>
    <p:sldLayoutId r:id="rId1"/>
  </p:sldLayoutIdLst>
  <p:txStyles>
    <p:titleStyle>
      <a:lvl1pPr>
        <a:defRPr sz="4400"/>
      </a:lvl1pPr>
    </p:titleStyle>
    <p:bodyStyle>
      <a:lvl1pPr>
        <a:defRPr sz="3200"/>
      </a:lvl1pPr>
    </p:bodyStyle>
    <p:otherStyle>
      <a:lvl1pPr>
        <a:defRPr sz="1800"/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 txBox="1"/>
          <p:nvPr/>
        </p:nvSpPr>
        <p:spPr>
          <a:xfrm>
            <a:off x="914400" y="914400"/>
            <a:ext cx="73152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/>
              <a:t>Slide One</a:t>
            </a:r>
            <a:endParaRPr lang="en-US"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ody 2"/>
          <p:cNvSpPr txBox="1"/>
          <p:nvPr/>
        </p:nvSpPr>
        <p:spPr>
          <a:xfrm>
            <a:off x="914400" y="1600200"/>
            <a:ext cx="73152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/>
              <a:t>Hello</a:t>
            </a:r>
            <a:endParaRPr lang="en-US"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ody 3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</p:spPr>
        <p:txBody>
          <a:bodyPr wrap="square"/>
          <a:lstStyle/>
          <a:p>
            <a:r>
              <a:rPr lang="en-US" sz="3200"/>
              <a:t>Third</a:t>
            </a:r>
            <a:endParaRPr lang="en-US"/>
          </a:p>
        </p:txBody>
      </p:sp>
    </p:spTree>
  </p:cSld>
</p:sld>
</file>

<file path=ppt/theme/theme1.xml><?xml version="1.0" encoding="utf-8"?>
<a:theme xmlns:a="http://schemas.openxmlformats.org/drawingml/2006/main" name="e2e">
  <a:themeElements>
    <a:clrScheme name="e2e">
      <a:lt1>
        <a:srgbClr val="FFFFFF"/>
      </a:lt1>
      <a:dk1>
        <a:srgbClr val="000000"/>
      </a:dk1>
      <a:lt2>
        <a:srgbClr val="F2F2F2"/>
      </a:lt2>
      <a:dk2>
        <a:srgbClr val="0D0D0D"/>
      </a:dk2>
      <a:accent1>
        <a:srgbClr val="2563EB"/>
      </a:accent1>
      <a:accent2>
        <a:srgbClr val="059669"/>
      </a:accent2>
    </a:clrScheme>
    <a:fmtScheme name="e2e">
      <a:fillStyleLst>
        <a:solidFill>
          <a:schemeClr val="phClr"/>
        </a:solidFill>
      </a:fillStyleLst>
      <a:lnStyleLst>
        <a:ln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collab-e2e</Application>
</Properties>
</file>

<file path=docProps/core.xml><?xml version="1.0" encoding="utf-8"?>
<cp:coreProperties xmlns:cp="http://schemas.openxmlformats.org/package/2006/metadata/core-properties" xmlns:dc="http://purl.org/dc/elements/1.1/">
  <dc:title>collab e2e fixture</dc:title>
</cp:coreProperties>
</file>